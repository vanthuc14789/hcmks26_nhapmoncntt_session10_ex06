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Smart-Home. Đấu giá nhà đất trực tuyến – minh bạch, nhanh, công bằng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Giá nhà thiếu minh bạch. Người mua khó biết giá thật, người bán khó tìm đúng người mua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Giải pháp: đấu giá online. Mọi bất động sản được thẩm định, niêm yết và đặt giá công khai theo thời gian thực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Thị trường lớn. Hàng trăm nghìn giao dịch nhà đất mỗi năm tại Việt Nam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Mô hình doanh thu. Hoa hồng 1–2,5% trên mỗi giao dịch thành công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Lợi thế cạnh tranh. Thẩm định pháp lý + đấu giá thời gian thực + tự động tính giá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Kế hoạch 12 tháng. Ra mắt thử tại TP.HCM, mở rộng ra các thành phố lớn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 duy nhất: Gọi vốn 2 tỷ VNĐ. Dùng cho công nghệ, thẩm định pháp lý và marketing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nhà đất trực tuyến – minh bạch, nhanh, công bằng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gọi vốn · 20 phút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nhà thiếu minh bạch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mua khó biết giá thật, người bán khó tìm đúng người mua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rời rạc, nhiều trung gian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pháp: đấu giá online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bất động sản được thẩm định, niêm yết và đặt giá công khai theo thời gian thực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lớn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trăm nghìn giao dịch nhà đất mỗi năm tại Việt Nam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số liệu thật trước khi thuyết trình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doanh thu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1–2,5% trên mỗi giao dịch thành công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 theo loại bất động sản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thế cạnh tranh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Thẩm định pháp lý + đấu giá thời gian thực + tự động tính giá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12 tháng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mắt thử tại TP.HCM, mở rộng ra các thành phố lớn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vốn 2 tỷ VNĐ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cho công nghệ, thẩm định pháp lý và marketing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số giả định, thay bằng kế hoạch thật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 Pitch Deck</dc:title>
  <dc:subject>PptxGenJS Presentation</dc:subject>
  <dc:creator>PptxGenJS</dc:creator>
  <cp:lastModifiedBy>PptxGenJS</cp:lastModifiedBy>
  <cp:revision>1</cp:revision>
  <dcterms:created xsi:type="dcterms:W3CDTF">2026-10-26T20:39:23Z</dcterms:created>
  <dcterms:modified xsi:type="dcterms:W3CDTF">2026-10-26T20:39:23Z</dcterms:modified>
</cp:coreProperties>
</file>